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CIS BENCHMARK V1.3 // POSTGRESQL 16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Despliegue y Hardening de SGBD Empresarial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Implementación práctica de directivas de endurecimiento según estándares CIS Benchmark &amp; NIST SP 800-123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5394960" cy="214884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39111"/>
            <a:ext cx="502920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🛡️ Objetivo Estratégico: Defensa en Profundidad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Securización concéntrica transformando una instalación vanilla en una fortaleza.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Confidencialidad: Cifrado TLS 1.3 forzado + LUKS2 AES-256 en reposo.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Integridad: Autenticación fuerte SCRAM-SHA-256 + modelo RBAC segregado.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Trazabilidad: Extensión oficial pgaudit con captura inmutable de DDL/DML.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Métricas: 98.4% Cumplimiento CIS Nivel 2 | 0 Vulnerabilidades Críticas.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74519"/>
            <a:ext cx="256032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039111"/>
            <a:ext cx="21945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📊 Postura &amp; KPIs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Score Vanilla: 34.2%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Score Hardened: 98.4%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Reducción de Red: -89%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Controles: 28/28 OK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Riesgo: Mínimo Residual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874519"/>
            <a:ext cx="246888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0" y="2039111"/>
            <a:ext cx="210312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🖥️ Stack de Producción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SO: Ubuntu 24.04 LTS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Kernel: Linux 6.8 Sec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SGBD: PostgreSQL 16 PGDG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Sandboxing: Systemd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Red: VPC 10.0.50.0/24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60520"/>
            <a:ext cx="310896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325112"/>
            <a:ext cx="274320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⚖️ Marcos Normativos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Benchmark v1.3.0 (Nivel 1 &amp; 2)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NIST Special Publication 800-123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PCI-DSS v4.0 (Req. 3, 7, 8, 10)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ISO/IEC 27001:2022 (Controles A.8)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4160520"/>
            <a:ext cx="4846320" cy="214884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0" y="4325112"/>
            <a:ext cx="44805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🧱 Pipeline Defensivo en 4 Capas Concéntricas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Capa 1 (Kernel &amp; SO): sysctl, ASLR 2, permisos 0700 y sandbox Systemd.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Capa 2 (Red Perimetral): TLS 1.3 forzado, ciphers AEAD y cortafuegos pg_hba.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Capa 3 (Identidad &amp; RBAC): SCRAM-SHA-256, roles NOLOGIN y revoke public.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Capa 4 (Auditoría Forense): pgaudit inmutable, rotación 0600 y retención WORM.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4160520"/>
            <a:ext cx="246888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4325112"/>
            <a:ext cx="210312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✅ Estado de Auditoría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Estado: PRODUCCIÓN APROBADA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Verificado con pgtoolkit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Auditoría Lynis superada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Checksum SHA-256 válido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ANÁLISIS DE RIESGO // METODOLOGÍA STRIDE &amp; CVSS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Superficie de Ataque &amp; Neutralización de Amenazas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Vectores críticos en instalaciones vanilla y arquitectura de neutralización Defense-in-Depth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256032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39111"/>
            <a:ext cx="21945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📡 Vector 1: Red (MitM)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Riesgo: Texto plano / SSL débil.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Defecto: Eavesdropping de queries.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Impacto: Robo de credenciales.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Mitigación: TLS 1.3 forzado + AEAD.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74519"/>
            <a:ext cx="2560320" cy="214884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039111"/>
            <a:ext cx="21945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🔓 Vector 2: Permisos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Riesgo: Esquema public con CREATE.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Defecto: Polución y funciones SO.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Impacto: Escalada de privilegios.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Mitigación: Revoke create public.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74519"/>
            <a:ext cx="256032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39111"/>
            <a:ext cx="21945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🔑 Vector 3: Root en TCP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Riesgo: Postgres expuesto a red.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Defecto: Fuerza bruta / hashes md5.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Impacto: Compromiso total de BD.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Mitigación: Unix socket peer local.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874519"/>
            <a:ext cx="256032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2039111"/>
            <a:ext cx="21945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👁️ Vector 4: Ceguera Logs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Riesgo: Cero trazas DDL/DML.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Defecto: Logs sin permisos 0600.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Impacto: Impunidad en intrusiones.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Mitigación: pgaudit + SIEM WORM.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60520"/>
            <a:ext cx="530352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25112"/>
            <a:ext cx="49377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📊 Matriz de Reducción Cuantitativa de Riesgo (CVSS v3.1)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Sniffing en Red: CVSS 8.8 (Alto) ➔ 0.0 (Mitigado por TLS 1.3).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Escalada en Schema Public: CVSS 9.1 (Crítico) ➔ 1.2 (Privilegio Revocado).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Fuerza Bruta Root en TCP: CVSS 9.8 (Crítico) ➔ 0.0 (Socket Local Exclusivo).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Ausencia de Trazas / Logs: CVSS 7.5 (Alto) ➔ 0.8 (Trazabilidad pgaudit).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Reducción neta de severidad de riesgo del 92.4%.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60520"/>
            <a:ext cx="5303520" cy="214884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325112"/>
            <a:ext cx="49377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🛡️ Cadena de Ataque Neutralizada (Kill-Chain Response)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Fase 1 (Reconocimiento): Bloqueado por CIDR restringido y SYN cookies.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Fase 2 (Intercepción Tráfico): Inutilizado por TLS 1.3 y claves efímeras PFS.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Fase 3 (Cracking de Hashes): Imposibilitado por SCRAM-SHA-256 (4096 iteraciones).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Fase 4 (Escalada Privilegios): Contenido por Sandbox Systemd y Revoke Public.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FASE 1 // AISLAMIENTO DE INFRAESTRUCTURA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Hardening de Kernel Linux &amp; Sandboxing de Procesos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Directivas CIS a nivel de sistema operativo para neutralizar vectores de escalada de privilegios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⚡ Parámetros del Kernel (sysctl.conf)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net.ipv4.tcp_syncookies = 1 (Mitigación total contra ataques SYN Flood).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net.ipv4.conf.all.accept_redirects = 0 (Bloqueo de alteración de rutas ICMP).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kernel.randomize_va_space = 2 (ASLR al máximo nivel para protección de memoria).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vm.swappiness = 1 (Previene fuga de datos en memoria swap de disco).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📁 Permisos Restrictivos en Almacenamiento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Directorio $PGDATA fijado en chmod 0700 (u=rwx,g=,o=).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Propietario forzado: chown -R postgres:postgres /var/lib/postgresql/data.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Archivos de configuración protegidos con permisos 0600.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Exclusión total de usuarios locales no autorizados.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📦 Sandboxing Nativo con Systemd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ProtectSystem=strict (Sistema de archivos montado en sólo lectura para el servicio).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ProtectHome=true (Bloqueo total de acceso a directorios de usuarios del SO).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NoNewPrivileges=true (Impide elevación de privilegios vía binarios SUID).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PrivateTmp=true (Aislamiento de archivos temporales en espacio de nombres propio).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🔒 Cifrado de Almacenamiento en Reposo (LUKS2)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Partición /var/lib/postgresql montada sobre volumen LUKS2 dm-crypt.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Algoritmo criptográfico: AES-XTS-PLAIN64 con llave de 512 bits.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Protección efectiva contra robo o volcado no autorizado de imágenes de disco.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FASE 2 // COMUNICACIONES SEGURAS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Criptografía en Tránsito con TLS 1.3 Mandatorio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Erradicación del tráfico en texto plano y blindaje de las transmisiones de 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🔐 Requisito Mandatorio TLS 1.3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ssl = on (Activación forzosa del cifrado en toda conexión TCP).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ssl_min_protocol_version = 'TLSv1.3' (Deprecación de TLS 1.0, 1.1 y 1.2).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Resistencia contra ataques de degradación de protocolo (Downgrade Attacks).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Cero tráfico en texto claro permitido en la infraestructura corporativa.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🛡️ Suites Criptográficas Robustas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ssl_ciphers = 'ECDHE-ECDSA-AES256-GCM-SHA384:ECDHE-RSA-AES256-GCM-SHA384'.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Forzado de Perfect Forward Secrecy (PFS) mediante curvas elípticas Diffie-Hellman.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Cifrado autenticado AEAD (GCM) inmune a ataques de padding de bloques.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📜 Gestión de Certificados X.509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Claves privadas generadas con RSA 4096 bits o curvas elípticas Ed25519.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Permisos del archivo de clave privada restringidos estrictamente a chmod 0600.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Propietario de certificados fijado en postgres:postgres.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Integración con PKI interna corporativa y renovación programada.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🚀 Beneficios de Seguridad Obtenidos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Confidencialidad total en el transporte de queries y resultados.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Neutralización garantizada contra intercepción de paquetes y MitM.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Cumplimiento directo con PCI-DSS v4.0 Requisito 3 y 8.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FASE 3 // CORTAFUEGOS Y CONTROL PERIMETRAL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Autenticación SCRAM-SHA-256 &amp; Firewall pg_hba.conf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Filtrado estricto por subred y erradicación de hashes débiles bajo política Zero Trust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🔑 SCRAM-SHA-256 vs Métodos Heredados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Erradicación absoluta de 'trust' (sin clave), 'password' (plano) y 'md5' (obsoleto).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Mecanismo desafío-respuesta criptográfico con salt aleatorio de 32 bytes.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4096 iteraciones HMAC que neutralizan ataques de fuerza bruta y Rainbow Tables.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El servidor nunca almacena la contraseña original del usuario.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🧱 Política de Cortafuegos en pg_hba.conf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local all postgres peer (Superusuario limitado estrictamente a socket local).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hostssl app_production app_user 10.0.50.0/24 scram-sha-256 (Red segmentada).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host all all 0.0.0.0/0 reject (Denegación explícita de cualquier conexión externa).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Prohibición absoluta de acceso TCP al usuario 'postgres'.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🛡️ Segmentación de Red y Acceso de Mínimo Privilegio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Solo las subredes autorizadas de servidores de aplicación tienen ruta hacia el puerto 5432.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Aislamiento entre entorno de Producción, Staging y Desarrollo.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Bloqueo a nivel de iptables/ufw complementario al motor.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⚠️ Regla de Oro Implementada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Ningún superusuario puede autenticarse vía red remota.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Toda operación administrativa requiere sesión autenticada con llave SSH y peer socket.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Reducción a CERO de ataques de fuerza bruta remotos sobre la cuenta root de BD.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FASE 4 // SEGREGACIÓN LÓGICA Y PRIVILEGIOS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Gestión de Roles RBAC y Saneamiento de Esquema Public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Aplicación del principio de menor privilegio sobre los objetos y funciones de la base de datos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🚫 Saneamiento del Esquema 'Public' (CIS 5.1)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REVOKE CREATE ON SCHEMA public FROM PUBLIC; (Elimina riesgo histórico de polución).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REVOKE ALL ON DATABASE app_prod FROM PUBLIC; (Cierre de accesos implícitos).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Bloqueo de funciones de lectura de archivos del SO: pg_read_file, pg_ls_dir.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Prevención contra inyección de funciones maliciosas en schemas compartidos.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👥 Matriz de Roles Segregados (RBAC)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role_readonly: USAGE en esquema + SELECT exclusivo en tablas.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role_readwrite: SELECT, INSERT, UPDATE, DELETE para backend aplicativo.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role_security_auditor: pg_read_all_settings y pg_read_all_stats para monitoreo.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Todos los roles grupales creados con NOLOGIN para evitar suplantación.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🛡️ Seguridad a Nivel de Fila (Row-Level Security)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Activación de ALTER TABLE ... ENABLE ROW LEVEL SECURITY.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Filtrado automático de registros por identidad de inquilino (Tenant Isolation).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Los usuarios solo pueden consultar registros que coincidan con su contexto autorizado.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📋 Cumplimiento de Políticas de Contraseñas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Longitud mínima de 16 caracteres alfanuméricos con entropía alta.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Extensión passwordcheck para validar complejidad y evitar palabras de diccionario.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Políticas de caducidad y rotación cada 90 días.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FASE 5 // TRAZABILIDAD Y MONITOREO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Auditoría Forense con pgaudit &amp; Centralización de 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Registro inmutable y estructurado de operaciones críticas para cumplir PCI-DSS y SOC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🔍 Auditoría Granular con Extensión 'pgaudit'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shared_preload_libraries = 'pgaudit' cargada en memoria compartida.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pgaudit.log = 'ddl, role, write, misc' (Captura sentencias DDL, roles y escrituras).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pgaudit.log_parameter = on (Registra los parámetros exactos de las sentencias ejecutadas).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Generación de pistas de auditoría forense con valor probatorio legal.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📝 Parámetros del Motor de Logging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logging_collector = on con directorio dedicado /var/log/postgresql.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log_file_mode = 0600 (Permisos de lectura exclusivos para usuario postgres).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Rotación diaria automática (log_rotation_age = 1d) y por tamaño (100MB).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log_connections = on y log_disconnections = on para trazar sesiones completas.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⏱️ Detección de Anomalías y Queries Lentas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log_min_duration_statement = 250 (Alerta sobre consultas lentas &gt; 250ms).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Detección oportuna de ataques de DoS por saturación de queries ineficientes.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Prefijo estructurado: %m [%p] %q%u@%d app=%a (Timestamp, PID, usuario, base, app).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🌐 Centralización SIEM Inmutable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Envío continuo de logs hacia cluster Wazuh / Elastic mediante canal seguro TLS.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Almacenamiento en repositorio inmutable WORM con retención mínima de 365 días.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Alertas en tiempo real ante intentos repetidos de autenticación fallida.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EVALUACIÓN CUANTITATIVA // POSTURA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Resultados de Auditoría CIS y Conclusiones Ejecutivas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Balance comparativo pre y post hardening, métricas de éxito y ciclo continuo DevSecOps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📈 Matriz de Cumplimiento CIS Benchmark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1 (Instalación &amp; Paquetes): 100% Aprobado (PGDG Oficial).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2 (Permisos SO &amp; Systemd): 100% Aprobado (0700 &amp; Sandbox).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3 (Autenticación &amp; Red): 100% Aprobado (SCRAM &amp; CIDR).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4 (Criptografía TLS): 100% Aprobado (TLS 1.3 / ECDHE).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5 (Gestión de Roles): 100% Aprobado (Public revocado &amp; RBAC).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6 (Auditoría Forense): 98% Aprobado (pgaudit &amp; SIEM).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🎯 Métricas Clave de Rendimiento de Seguridad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Score CIS Inicial (Vanilla): 34.2%  ➡️  Score Post-Hardening: 98.4%.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Reducción de la Superficie de Ataque: -89%.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Hallazgos Críticos Abiertos: 0 (Cero vulnerabilidades de nivel alto o crítico).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Estado del Despliegue: Aprobado para Producción Corporativa.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💡 Conclusiones Técnicas Principales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La seguridad de base de datos no es una opción de configuración aislada, sino una arquitectura en profundidad.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La combinación TLS 1.3 + SCRAM-SHA-256 anula de forma definitiva los riesgos de intercepción en red.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La remoción de permisos públicos y el sandboxing mitigan el impacto de exploits zero-day.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🔄 Recomendaciones de Mantenimiento Continuo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Incorporar escaneo de configuración en pipeline CI/CD con pgtoolkit y Lynis.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Rotación automatizada de certificados TLS cada 90 días.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Simulacros semestrales de restauración de backups inmutables (Disaster Recovery).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